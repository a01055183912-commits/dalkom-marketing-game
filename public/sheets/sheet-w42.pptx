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550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192" Type="http://schemas.openxmlformats.org/officeDocument/2006/relationships/tableStyles" Target="tableStyles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④-2  RFM 결과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점수를 매겼으면 그 결과가 무엇을 말하는지 읽어내십시오.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4" cy="25237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1463040"/>
                <a:gridCol w="3566160"/>
                <a:gridCol w="3438144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분석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해당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수치 근거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가장 시급한 조치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R · F · M 모두 5점인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최근에 왔지만 아직 빈도가 낮은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예전엔 우수했는데 최근 발길이 끊긴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회복 우선순위가 가장 낮은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4343400"/>
          <a:ext cx="11210542" cy="1481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2651759"/>
                <a:gridCol w="1645920"/>
                <a:gridCol w="416966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계산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계산식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값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여기서 읽히는 것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상위 4명의 구매금액 합계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전체 대비 비중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하위 4명의 구매금액 합계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93776" y="5943600"/>
            <a:ext cx="11210544" cy="502920"/>
          </a:xfrm>
          <a:prstGeom prst="rect">
            <a:avLst/>
          </a:prstGeom>
          <a:solidFill>
            <a:srgbClr val="F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참고 · 고객 20명 구매금액 합계 = 3억 9,120만원 (39,120만원)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