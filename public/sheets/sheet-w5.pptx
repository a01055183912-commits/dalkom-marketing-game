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54" r:id="rId9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19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98" Type="http://schemas.openxmlformats.org/officeDocument/2006/relationships/slide" Target="slides/slide97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⑤  세그먼트별 CRM 액션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등급마다 다른 목적과 다른 수단이 필요합니다. 남들 다 하는 할인 · 쿠폰 말고, 새로운 액션을 하나 이상 넣으십시오.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1" cy="3511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1807"/>
                <a:gridCol w="1464234"/>
                <a:gridCol w="3019983"/>
                <a:gridCol w="1418476"/>
                <a:gridCol w="1464234"/>
                <a:gridCol w="1921807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등급의 목적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구체적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채널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비용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성과 지표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최우수 (VIP)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C01 · C03 · C09 · 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우수 단골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C02 · C06 · C12 · C19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C05 · C10 · C11 · C18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일반 (성장 여지)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C04 · C08 · C14 · C15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휴면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C07 · C13 · C16 · C20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3776" y="5550408"/>
            <a:ext cx="11210544" cy="292608"/>
          </a:xfrm>
          <a:prstGeom prst="rect">
            <a:avLst/>
          </a:prstGeom>
          <a:solidFill>
            <a:srgbClr val="F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2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개인정보 원칙에 비추어 문제가 될 수 있는 액션이 있는가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5897880"/>
            <a:ext cx="11210544" cy="685800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