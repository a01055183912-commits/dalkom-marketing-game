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546" r:id="rId8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85" Type="http://schemas.openxmlformats.org/officeDocument/2006/relationships/slide" Target="slides/slide84.xml"/><Relationship Id="rId19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88" Type="http://schemas.openxmlformats.org/officeDocument/2006/relationships/notesMaster" Target="notesMasters/notesMaster1.xml"/><Relationship Id="rId189" Type="http://schemas.openxmlformats.org/officeDocument/2006/relationships/presProps" Target="presProps.xml"/><Relationship Id="rId19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④  RFM 점수 계산과 등급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케이스 데이터를 지표별로 정렬해 5분위로 나누고 점수를 매기십시오.  ※ 계산 연습용 가상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38" cy="39227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7998"/>
                <a:gridCol w="683569"/>
                <a:gridCol w="546855"/>
                <a:gridCol w="774712"/>
                <a:gridCol w="455713"/>
                <a:gridCol w="455713"/>
                <a:gridCol w="455713"/>
                <a:gridCol w="1594996"/>
                <a:gridCol w="637998"/>
                <a:gridCol w="683569"/>
                <a:gridCol w="546855"/>
                <a:gridCol w="774712"/>
                <a:gridCol w="455713"/>
                <a:gridCol w="455713"/>
                <a:gridCol w="455713"/>
                <a:gridCol w="1594996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경과일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횟수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금액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(만원)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F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고객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경과일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횟수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금액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(만원)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F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4,200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60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2,900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5,600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700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620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1,600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2,400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1,250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75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950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C09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3,800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2,100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95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850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C20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180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520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DF1E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3776" y="5715000"/>
            <a:ext cx="11210544" cy="822960"/>
          </a:xfrm>
          <a:prstGeom prst="rect">
            <a:avLst/>
          </a:prstGeom>
          <a:solidFill>
            <a:srgbClr val="F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/>
            <a:r>
              <a:rPr sz="11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계산 순서 · ① 경과일 오름차순 정렬 → 상위 4명씩 R5~R1   ② 구매횟수 내림차순 → F5~F1   ③ 구매금액 내림차순 → M5~M1</a:t>
            </a:r>
          </a:p>
          <a:p>
            <a:pPr algn="l"/>
            <a:r>
              <a:rPr sz="11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세그먼트 이름은 최우수 · 신규 고액 · 이탈 위험 우수 · 일반 · 휴면 중에서 고르거나 직접 지으십시오.   (R만 정렬 방향이 반대입니다!)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