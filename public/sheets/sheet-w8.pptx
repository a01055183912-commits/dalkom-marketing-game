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658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58" Type="http://schemas.openxmlformats.org/officeDocument/2006/relationships/slide" Target="slides/slide57.xml"/><Relationship Id="rId19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 3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" name="Shape 4"/>
          <p:cNvSpPr txBox="1"/>
          <p:nvPr/>
        </p:nvSpPr>
        <p:spPr>
          <a:xfrm>
            <a:off x="621792" y="822960"/>
            <a:ext cx="85000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품평회 · 선택 결과 기록표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20분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21792" y="131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400" b="0">
                <a:solidFill>
                  <a:srgbClr val="595959"/>
                </a:solidFill>
                <a:latin typeface="a고딕14"/>
                <a:ea typeface="a고딕14"/>
                <a:cs typeface="a고딕14"/>
              </a:rPr>
              <a:t>받은 역할 카드의 고객이 되어 다른 조 상품 한 개를 고르거나 ‘미구매’를 고르고, 이유를 적으십시오.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1792" y="162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4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93776" y="2000000"/>
          <a:ext cx="11210544" cy="2300000"/>
        </p:xfrm>
        <a:graphic>
          <a:graphicData uri="http://schemas.openxmlformats.org/drawingml/2006/table">
            <a:tbl>
              <a:tblPr firstRow="1"/>
              <a:tblGrid>
                <a:gridCol w="2000000"/>
                <a:gridCol w="3200000"/>
                <a:gridCol w="3400000"/>
                <a:gridCol w="261054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 역할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선택 상품 또는 미구매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가장 큰 선택 이유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망설인 점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/ B / C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조 이름: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/ 가격 / 포장 / 편의 / 기타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/ B / C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조 이름: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/ 가격 / 포장 / 편의 / 기타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/ B / C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조 이름: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/ 가격 / 포장 / 편의 / 기타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/ B / C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조 이름: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/ 가격 / 포장 / 편의 / 기타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9"/>
          <p:cNvSpPr txBox="1"/>
          <p:nvPr/>
        </p:nvSpPr>
        <p:spPr>
          <a:xfrm>
            <a:off x="493776" y="4400000"/>
            <a:ext cx="11210544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6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우리 조 상품의 결과 (목표 고객 기준)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93776" y="4780000"/>
          <a:ext cx="11210544" cy="1040000"/>
        </p:xfrm>
        <a:graphic>
          <a:graphicData uri="http://schemas.openxmlformats.org/drawingml/2006/table">
            <a:tbl>
              <a:tblPr firstRow="1"/>
              <a:tblGrid>
                <a:gridCol w="1700000"/>
                <a:gridCol w="2300000"/>
                <a:gridCol w="1900000"/>
                <a:gridCol w="1800000"/>
                <a:gridCol w="351054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고객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투표 가능한 목표 역할 인원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역할이 고른 수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역할 선택률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고칠 점 한 가지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 txBox="1"/>
          <p:nvPr/>
        </p:nvSpPr>
        <p:spPr>
          <a:xfrm>
            <a:off x="493776" y="6000000"/>
            <a:ext cx="11210544" cy="500000"/>
          </a:xfrm>
          <a:prstGeom prst="rect">
            <a:avLst/>
          </a:prstGeom>
          <a:solidFill>
            <a:srgbClr val="FCE9E5"/>
          </a:solidFill>
          <a:ln>
            <a:noFill/>
          </a:ln>
        </p:spPr>
        <p:txBody>
          <a:bodyPr wrap="square" lIns="137160" tIns="137160" rIns="137160" bIns="137160" anchor="ctr">
            <a:normAutofit/>
          </a:bodyPr>
          <a:lstStyle/>
          <a:p>
            <a:pPr algn="l"/>
            <a:r>
              <a:rPr lang="ko-KR" sz="14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읽는 법  </a:t>
            </a:r>
            <a:r>
              <a:rPr lang="ko-KR" sz="14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총득표보다 목표 역할의 선택과 이유를 봅니다. 자기 조 상품에는 투표할 수 없으므로 분모는 ‘투표 가능한 목표 역할 인원’입니다. 교실 선택은 실제 수요가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